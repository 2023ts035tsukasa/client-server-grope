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234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卒業研究発表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学生番号・</a:t>
            </a:r>
            <a:r>
              <a:rPr dirty="0" err="1"/>
              <a:t>氏名</a:t>
            </a:r>
            <a:endParaRPr dirty="0"/>
          </a:p>
          <a:p>
            <a:r>
              <a:rPr dirty="0" err="1"/>
              <a:t>所属研究室・指導教員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研究背景と目的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ここに研究背景と目的を記載します。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手法・実装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ここにシステム構成や実装の概要を記載します。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Macintosh PowerPoint</Application>
  <PresentationFormat>画面に合わせる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卒業研究発表</vt:lpstr>
      <vt:lpstr>1. 研究背景と目的</vt:lpstr>
      <vt:lpstr>2. 手法・実装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元 宮澤</cp:lastModifiedBy>
  <cp:revision>2</cp:revision>
  <dcterms:created xsi:type="dcterms:W3CDTF">2013-01-27T09:14:16Z</dcterms:created>
  <dcterms:modified xsi:type="dcterms:W3CDTF">2025-07-21T03:53:19Z</dcterms:modified>
  <cp:category/>
</cp:coreProperties>
</file>